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8692cd21254de1" /><Relationship Type="http://schemas.openxmlformats.org/officeDocument/2006/relationships/extended-properties" Target="/docProps/app.xml" Id="R7286d69e7c614771" /><Relationship Type="http://schemas.openxmlformats.org/officeDocument/2006/relationships/officeDocument" Target="/ppt/presentation.xml" Id="Rfd7f7db440bc41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7cb5457b774f30"/>
  </p:sldMasterIdLst>
  <p:notesMasterIdLst>
    <p:notesMasterId xmlns:r="http://schemas.openxmlformats.org/officeDocument/2006/relationships" r:id="R0a1d20ba49774918"/>
  </p:notesMasterIdLst>
  <p:sldIdLst>
    <p:sldId xmlns:r="http://schemas.openxmlformats.org/officeDocument/2006/relationships" id="256" r:id="Rf3860a5821ba4be5"/>
    <p:sldId xmlns:r="http://schemas.openxmlformats.org/officeDocument/2006/relationships" id="257" r:id="R2b6df1902c334049"/>
    <p:sldId xmlns:r="http://schemas.openxmlformats.org/officeDocument/2006/relationships" id="258" r:id="R5ef8d586c72f4af6"/>
    <p:sldId xmlns:r="http://schemas.openxmlformats.org/officeDocument/2006/relationships" id="259" r:id="Rbc27f88f31184b9a"/>
    <p:sldId xmlns:r="http://schemas.openxmlformats.org/officeDocument/2006/relationships" id="260" r:id="Ra14ffdc4393444f0"/>
    <p:sldId xmlns:r="http://schemas.openxmlformats.org/officeDocument/2006/relationships" id="261" r:id="Rd0b79045b45341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1d905ac1ab4e04" /><Relationship Type="http://schemas.openxmlformats.org/officeDocument/2006/relationships/slideMaster" Target="/ppt/slideMasters/slideMaster1.xml" Id="R6b7cb5457b774f30" /><Relationship Type="http://schemas.openxmlformats.org/officeDocument/2006/relationships/notesMaster" Target="/ppt/notesMasters/notesMaster1.xml" Id="R0a1d20ba49774918" /><Relationship Type="http://schemas.openxmlformats.org/officeDocument/2006/relationships/presProps" Target="/ppt/presProps.xml" Id="R22b861d4adc54f2e" /><Relationship Type="http://schemas.openxmlformats.org/officeDocument/2006/relationships/tableStyles" Target="/ppt/tableStyles.xml" Id="Ra1e68678832b4c7b" /><Relationship Type="http://schemas.openxmlformats.org/officeDocument/2006/relationships/slide" Target="/ppt/slides/slide1.xml" Id="Rf3860a5821ba4be5" /><Relationship Type="http://schemas.openxmlformats.org/officeDocument/2006/relationships/slide" Target="/ppt/slides/slide2.xml" Id="R2b6df1902c334049" /><Relationship Type="http://schemas.openxmlformats.org/officeDocument/2006/relationships/slide" Target="/ppt/slides/slide3.xml" Id="R5ef8d586c72f4af6" /><Relationship Type="http://schemas.openxmlformats.org/officeDocument/2006/relationships/slide" Target="/ppt/slides/slide4.xml" Id="Rbc27f88f31184b9a" /><Relationship Type="http://schemas.openxmlformats.org/officeDocument/2006/relationships/slide" Target="/ppt/slides/slide5.xml" Id="Ra14ffdc4393444f0" /><Relationship Type="http://schemas.openxmlformats.org/officeDocument/2006/relationships/slide" Target="/ppt/slides/slide6.xml" Id="Rd0b79045b45341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caf45d835647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2a39db2ae74fba" /><Relationship Type="http://schemas.openxmlformats.org/officeDocument/2006/relationships/notesMaster" Target="/ppt/notesMasters/notesMaster1.xml" Id="R9531042008674d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9d9113e17b46bc" /><Relationship Type="http://schemas.openxmlformats.org/officeDocument/2006/relationships/notesMaster" Target="/ppt/notesMasters/notesMaster1.xml" Id="Rf47c5581709e48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6bed07ed2442e1" /><Relationship Type="http://schemas.openxmlformats.org/officeDocument/2006/relationships/notesMaster" Target="/ppt/notesMasters/notesMaster1.xml" Id="R3baa75fcecd54b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e7982e5a2d48d1" /><Relationship Type="http://schemas.openxmlformats.org/officeDocument/2006/relationships/notesMaster" Target="/ppt/notesMasters/notesMaster1.xml" Id="R74e1c982e9df40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db765f585b4f09" /><Relationship Type="http://schemas.openxmlformats.org/officeDocument/2006/relationships/notesMaster" Target="/ppt/notesMasters/notesMaster1.xml" Id="Rcfbe2849a0b340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d51c1cda984918" /><Relationship Type="http://schemas.openxmlformats.org/officeDocument/2006/relationships/notesMaster" Target="/ppt/notesMasters/notesMaster1.xml" Id="Re511d136e17f42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d4cfa41bc646e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657989c84848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797f3c25a949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fe6e477eae4c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ac7140f03e49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0ecf8a10f45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CDE78B-2383-4AB9-9A1A-684F15F6AE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E1EF33-C8CB-459D-8D6B-DED374F3A1D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0A986B7-283B-49CA-AC6F-DEBBFF43E6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96AF95-0C3B-49B4-9191-E642CDBADC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7CD05D-E6F6-4809-99B1-34C133F27E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D80BC7-49DA-400F-B330-0FB6D177BF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58F786-4BC7-4B06-BA35-EF6292E366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F79753B-F4B6-4F48-ABD8-20E7871B8B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D7C318-B5D4-4531-9C89-8E5C51083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D3B518-6DC2-4E77-B913-A46EBA5532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b7c77b052a4f63" /><Relationship Type="http://schemas.openxmlformats.org/officeDocument/2006/relationships/slideLayout" Target="/ppt/slideLayouts/slideLayout1.xml" Id="R12aa9d29776d4e45" /><Relationship Type="http://schemas.openxmlformats.org/officeDocument/2006/relationships/slideLayout" Target="/ppt/slideLayouts/slideLayout2.xml" Id="R9783478301d041a2" /><Relationship Type="http://schemas.openxmlformats.org/officeDocument/2006/relationships/slideLayout" Target="/ppt/slideLayouts/slideLayout3.xml" Id="Ra2ac2e00fbaf4062" /><Relationship Type="http://schemas.openxmlformats.org/officeDocument/2006/relationships/slideLayout" Target="/ppt/slideLayouts/slideLayout4.xml" Id="R4ff0871ac71b48a9" /><Relationship Type="http://schemas.openxmlformats.org/officeDocument/2006/relationships/slideLayout" Target="/ppt/slideLayouts/slideLayout5.xml" Id="Rb056fce4a86546f5" /><Relationship Type="http://schemas.openxmlformats.org/officeDocument/2006/relationships/slideLayout" Target="/ppt/slideLayouts/slideLayout6.xml" Id="Raa2380686a1e4a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aa9d29776d4e45"/>
    <p:sldLayoutId xmlns:r="http://schemas.openxmlformats.org/officeDocument/2006/relationships" id="2147483650" r:id="R9783478301d041a2"/>
    <p:sldLayoutId xmlns:r="http://schemas.openxmlformats.org/officeDocument/2006/relationships" id="2147483651" r:id="Ra2ac2e00fbaf4062"/>
    <p:sldLayoutId xmlns:r="http://schemas.openxmlformats.org/officeDocument/2006/relationships" id="2147483652" r:id="R4ff0871ac71b48a9"/>
    <p:sldLayoutId xmlns:r="http://schemas.openxmlformats.org/officeDocument/2006/relationships" id="2147483653" r:id="Rb056fce4a86546f5"/>
    <p:sldLayoutId xmlns:r="http://schemas.openxmlformats.org/officeDocument/2006/relationships" id="2147483654" r:id="Raa2380686a1e4a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a03a1319d94735" /><Relationship Type="http://schemas.openxmlformats.org/officeDocument/2006/relationships/image" Target="/ppt/media/image.png" Id="R90fa3ce612e14d67" /><Relationship Type="http://schemas.openxmlformats.org/officeDocument/2006/relationships/notesSlide" Target="/ppt/notesSlides/notesSlide1.xml" Id="R34e8fd81562e41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9ad28c314e4a6d" /><Relationship Type="http://schemas.openxmlformats.org/officeDocument/2006/relationships/image" Target="/ppt/media/image2.png" Id="R248050436804456d" /><Relationship Type="http://schemas.openxmlformats.org/officeDocument/2006/relationships/image" Target="/ppt/media/image3.png" Id="R2f71323d49984c97" /><Relationship Type="http://schemas.openxmlformats.org/officeDocument/2006/relationships/image" Target="/ppt/media/image4.png" Id="R278809f2206b4418" /><Relationship Type="http://schemas.openxmlformats.org/officeDocument/2006/relationships/image" Target="/ppt/media/image5.png" Id="R2a7abe79b2624548" /><Relationship Type="http://schemas.openxmlformats.org/officeDocument/2006/relationships/notesSlide" Target="/ppt/notesSlides/notesSlide2.xml" Id="R94935c35b9704e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99a745624d4b8f" /><Relationship Type="http://schemas.openxmlformats.org/officeDocument/2006/relationships/notesSlide" Target="/ppt/notesSlides/notesSlide3.xml" Id="R48a0373d45e44d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61febdfc0c4c97" /><Relationship Type="http://schemas.openxmlformats.org/officeDocument/2006/relationships/notesSlide" Target="/ppt/notesSlides/notesSlide4.xml" Id="R428686e1a4fd49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0847cfb6554384" /><Relationship Type="http://schemas.openxmlformats.org/officeDocument/2006/relationships/image" Target="/ppt/media/image6.png" Id="R73afebcd1a1041c8" /><Relationship Type="http://schemas.openxmlformats.org/officeDocument/2006/relationships/image" Target="/ppt/media/image7.png" Id="R32b9cdebe0e14583" /><Relationship Type="http://schemas.openxmlformats.org/officeDocument/2006/relationships/image" Target="/ppt/media/image8.png" Id="R896626374ab54067" /><Relationship Type="http://schemas.openxmlformats.org/officeDocument/2006/relationships/notesSlide" Target="/ppt/notesSlides/notesSlide5.xml" Id="Rd0fe891df3f84c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10bff8f1154abe" /><Relationship Type="http://schemas.openxmlformats.org/officeDocument/2006/relationships/image" Target="/ppt/media/image9.png" Id="R6f7126c6956b417e" /><Relationship Type="http://schemas.openxmlformats.org/officeDocument/2006/relationships/image" Target="/ppt/media/image10.png" Id="R738056660f484eaa" /><Relationship Type="http://schemas.openxmlformats.org/officeDocument/2006/relationships/notesSlide" Target="/ppt/notesSlides/notesSlide6.xml" Id="R4db83c6fd0d74d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979C5-CADB-4556-B860-55D94D7A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048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100" b="1">
                <a:solidFill>
                  <a:srgbClr val="17645B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8100" b="1">
                <a:solidFill>
                  <a:srgbClr val="17645B"/>
                </a:solidFill>
                <a:latin typeface="Noto Sans"/>
                <a:ea typeface="Noto Sans"/>
                <a:cs typeface="Noto Sans"/>
              </a:defRPr>
            </a:pPr>
            <a:r>
              <a:rPr sz="8100" b="1">
                <a:solidFill>
                  <a:srgbClr val="17645B"/>
                </a:solidFill>
                <a:latin typeface="Noto Sans"/>
                <a:ea typeface="Noto Sans"/>
                <a:cs typeface="Noto Sans"/>
              </a:rPr>
              <a:t>Nora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9147C-6E72-4651-81D7-9A6AB633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Clientes y presupuestos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23FD2-6CFB-445A-B53B-7E690ADC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Identidad visual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86D5E-7D04-4194-9158-47E7E9AC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Petróleo equilibrado · Noto Sans · Precisa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CE69C-25F2-48B8-9FDD-4E75110F07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a3ce612e14d67"/>
          <a:stretch xmlns:a="http://schemas.openxmlformats.org/drawingml/2006/main"/>
        </p:blipFill>
        <p:spPr>
          <a:xfrm xmlns:a="http://schemas.openxmlformats.org/drawingml/2006/main">
            <a:off x="6210300" y="1066800"/>
            <a:ext cx="5143500" cy="51435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</p:spTree>
    <p:extLst>
      <p:ext uri="{BB962C8B-B14F-4D97-AF65-F5344CB8AC3E}">
        <p14:creationId xmlns:p14="http://schemas.microsoft.com/office/powerpoint/2010/main" val="11272555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FEE9C-D5AB-4DA9-8905-7CEA72F7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El símbolo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02575-2A62-40CD-A4ED-42FC7FA42A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050436804456d"/>
          <a:stretch xmlns:a="http://schemas.openxmlformats.org/drawingml/2006/main"/>
        </p:blipFill>
        <p:spPr>
          <a:xfrm xmlns:a="http://schemas.openxmlformats.org/drawingml/2006/main">
            <a:off x="685800" y="1428750"/>
            <a:ext cx="4572000" cy="4572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30B4A-02B3-487B-A726-A0188B26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62100"/>
            <a:ext cx="542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7645B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645B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7645B"/>
                </a:solidFill>
                <a:latin typeface="Noto Sans"/>
                <a:ea typeface="Noto Sans"/>
                <a:cs typeface="Noto Sans"/>
              </a:rPr>
              <a:t>Una letra con personalidad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40918-39C2-4235-A4D7-91F8D24B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43150"/>
            <a:ext cx="5429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La n minúscula sostiene la marca.</a:t>
            </a:r>
          </a:p>
          <a:p xmlns:a="http://schemas.openxmlformats.org/drawingml/2006/main">
            <a:pPr>
              <a:defRPr sz="1950" b="0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El pelo y el micrófono sugieren a Nora</a:t>
            </a:r>
          </a:p>
          <a:p xmlns:a="http://schemas.openxmlformats.org/drawingml/2006/main">
            <a:pPr>
              <a:defRPr sz="1950" b="0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como una asistente.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43D9A-3716-4927-82D2-754FFD8E6D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1323d49984c97"/>
          <a:stretch xmlns:a="http://schemas.openxmlformats.org/drawingml/2006/main"/>
        </p:blipFill>
        <p:spPr>
          <a:xfrm xmlns:a="http://schemas.openxmlformats.org/drawingml/2006/main">
            <a:off x="5924550" y="4095750"/>
            <a:ext cx="1066800" cy="1066800"/>
          </a:xfrm>
          <a:prstGeom xmlns:a="http://schemas.openxmlformats.org/drawingml/2006/main" prst="roundRect">
            <a:avLst>
              <a:gd name="adj" fmla="val 16071"/>
            </a:avLst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070C4-387D-4B1B-92AD-89296156A2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809f2206b4418"/>
          <a:stretch xmlns:a="http://schemas.openxmlformats.org/drawingml/2006/main"/>
        </p:blipFill>
        <p:spPr>
          <a:xfrm xmlns:a="http://schemas.openxmlformats.org/drawingml/2006/main">
            <a:off x="7391400" y="43243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68BB8-0D4C-4BD9-B2DA-17A94B5C4E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abe79b2624548"/>
          <a:stretch xmlns:a="http://schemas.openxmlformats.org/drawingml/2006/main"/>
        </p:blipFill>
        <p:spPr>
          <a:xfrm xmlns:a="http://schemas.openxmlformats.org/drawingml/2006/main">
            <a:off x="8572500" y="45529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80864-8AF9-4BD2-9853-0CEB722B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149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112 px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0ACEE-083A-4E84-BBDC-F17BE7FA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149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72 px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ABBE9-210A-433C-AB6F-4B037489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149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48 px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BDD37-8626-43F7-9DEC-765395AE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Base elegida para refinar el archivo final</a:t>
            </a:r>
          </a:p>
        </p:txBody>
      </p:sp>
    </p:spTree>
    <p:extLst>
      <p:ext uri="{BB962C8B-B14F-4D97-AF65-F5344CB8AC3E}">
        <p14:creationId xmlns:p14="http://schemas.microsoft.com/office/powerpoint/2010/main" val="11229026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AD0400-82D1-467E-A150-EBF7CF5F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Verde petróleo y neutros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13B19-73A3-42D9-A4E2-F57D98F5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429000" cy="44386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76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98652-90D0-4EDB-81E8-7D53BA26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Petróleo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F4235-82B6-49FF-BFC1-28BE387C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#17645B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2C06B-296E-4414-B994-67488237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62100"/>
            <a:ext cx="2057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0B3C7-1235-4479-A594-0081919D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43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Selección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F250A-A26F-4BC5-A1FF-B1993AD4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86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#E7F2EF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E31BE-FEFC-4E89-8753-C6AA6597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2057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4DA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00C93-6AF6-43B6-A09D-C442EE90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43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Fondo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94655-2825-49A0-8350-9E238E8D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86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#F7F8FA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104BB-CED9-43B1-B5F0-CD59A3A8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62100"/>
            <a:ext cx="2057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BCC19-B727-4E32-962A-BC5EEEA4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Superficie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319C2-A393-4ADC-BC24-BE87DB5C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86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#FFFFFF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77AE78-C95E-4B4A-9ABE-4148FCB9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2057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029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CFD2CA-725E-45FB-A9F9-F64C982F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486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Texto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CD48FF-FD66-4D31-9264-021F5ED1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829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#202938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DE0D1C-371D-44BE-BDD0-F44AAD08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2057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5260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3CBAE-FEB1-4BD8-B8CB-9F140F36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486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Secundario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340AB8-CB1F-481C-899C-5E6A1406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829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#526071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3647E0-24B3-40F0-B7A6-9AE2AC1C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2057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E3112D-B68A-4971-8FAE-981400C1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86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Separador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82CDD7-91D7-49A2-BCFF-6C2AA493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29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#D4DAE0</a:t>
            </a:r>
          </a:p>
        </p:txBody>
      </p:sp>
    </p:spTree>
    <p:extLst>
      <p:ext uri="{BB962C8B-B14F-4D97-AF65-F5344CB8AC3E}">
        <p14:creationId xmlns:p14="http://schemas.microsoft.com/office/powerpoint/2010/main" val="1578909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8C8A9E-62C3-4493-893A-E7A2B033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Noto Sans · Formas precisas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119D3-015B-43CC-98F1-56CC2EA3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19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950" b="1">
                <a:solidFill>
                  <a:srgbClr val="17645B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17645B"/>
                </a:solidFill>
                <a:latin typeface="Noto Sans"/>
                <a:ea typeface="Noto Sans"/>
                <a:cs typeface="Noto Sans"/>
              </a:defRPr>
            </a:pPr>
            <a:r>
              <a:rPr sz="4950" b="1">
                <a:solidFill>
                  <a:srgbClr val="17645B"/>
                </a:solidFill>
                <a:latin typeface="Noto Sans"/>
                <a:ea typeface="Noto Sans"/>
                <a:cs typeface="Noto Sans"/>
              </a:rPr>
              <a:t>Noto Sans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8B43D-6F55-44B9-A748-95D6228F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Instalación eléctrica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73B42-BDDD-4837-8604-8D2140E5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Materiales y mano de obra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A45AA-4191-4497-85D7-6A729B85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Á É Í Ó Ú · Ñ ñ · 0123456789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D6F08-FC9A-4654-A82E-D5CDEE88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628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75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3750" b="1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$ 185.000,00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096DD-9D21-41B7-8B2A-DE5DB083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38300"/>
            <a:ext cx="3333750" cy="4191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5E203-92B2-47F2-8426-1A8EB8A8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7645B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45B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7645B"/>
                </a:solidFill>
                <a:latin typeface="Noto Sans"/>
                <a:ea typeface="Noto Sans"/>
                <a:cs typeface="Noto Sans"/>
              </a:rPr>
              <a:t>Precisa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E98F0-79F1-4D77-BA90-5E758129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432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Radio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53069-5AC1-410B-B5DF-2960EA49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432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8 dp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D54F6-CBC6-42D9-93D8-35F538D6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Margen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FEBEA-0F32-49D2-A773-14B99DAF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528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16 dp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03D0A8-7BB2-4145-818A-252954F4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Texto de lectura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58364-3679-4AE4-AF36-BAD9854B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624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16 sp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1C34CE-2E14-4D15-840E-20C3EBF7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196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Controles amplios,</a:t>
            </a:r>
          </a:p>
          <a:p xmlns:a="http://schemas.openxmlformats.org/drawingml/2006/main">
            <a:pPr>
              <a:defRPr sz="157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espaciado contenido</a:t>
            </a:r>
          </a:p>
        </p:txBody>
      </p:sp>
    </p:spTree>
    <p:extLst>
      <p:ext uri="{BB962C8B-B14F-4D97-AF65-F5344CB8AC3E}">
        <p14:creationId xmlns:p14="http://schemas.microsoft.com/office/powerpoint/2010/main" val="368450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A249D-AF82-425B-928C-99839A7E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El ícono en Android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CED63-2BD0-450F-8A41-3E2E938933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febcd1a1041c8"/>
          <a:stretch xmlns:a="http://schemas.openxmlformats.org/drawingml/2006/main"/>
        </p:blipFill>
        <p:spPr>
          <a:xfrm xmlns:a="http://schemas.openxmlformats.org/drawingml/2006/main">
            <a:off x="1028700" y="1885950"/>
            <a:ext cx="2514600" cy="2514600"/>
          </a:xfrm>
          <a:prstGeom xmlns:a="http://schemas.openxmlformats.org/drawingml/2006/main" prst="roundRect">
            <a:avLst>
              <a:gd name="adj" fmla="val 15909"/>
            </a:avLst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3597A-9FDF-4756-BCF1-86C652A366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9cdebe0e14583"/>
          <a:stretch xmlns:a="http://schemas.openxmlformats.org/drawingml/2006/main"/>
        </p:blipFill>
        <p:spPr>
          <a:xfrm xmlns:a="http://schemas.openxmlformats.org/drawingml/2006/main">
            <a:off x="4838700" y="1885950"/>
            <a:ext cx="2514600" cy="2514600"/>
          </a:xfrm>
          <a:prstGeom xmlns:a="http://schemas.openxmlformats.org/drawingml/2006/main" prst="ellipse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4B833-C7C9-4C6B-A152-925F661EFA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626374ab54067"/>
          <a:stretch xmlns:a="http://schemas.openxmlformats.org/drawingml/2006/main"/>
        </p:blipFill>
        <p:spPr>
          <a:xfrm xmlns:a="http://schemas.openxmlformats.org/drawingml/2006/main">
            <a:off x="8648700" y="1885950"/>
            <a:ext cx="2514600" cy="2514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CE700-18FF-4E68-9954-D5915CAF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Redondeado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B30AE-F475-45FA-997D-3E043408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62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Circular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E1F74-73E9-4AAF-BF58-D24B545C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62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Cuadrado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2D93E-B346-41D9-9D35-9413E334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387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645B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645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645B"/>
                </a:solidFill>
                <a:latin typeface="Noto Sans"/>
                <a:ea typeface="Noto Sans"/>
                <a:cs typeface="Noto Sans"/>
              </a:rPr>
              <a:t>Nora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6FB64-DC0A-4E35-8F8D-A0B55AB0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387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645B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645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645B"/>
                </a:solidFill>
                <a:latin typeface="Noto Sans"/>
                <a:ea typeface="Noto Sans"/>
                <a:cs typeface="Noto Sans"/>
              </a:rPr>
              <a:t>Nora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E9217-8A3B-444E-9BA7-4C5CADFC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387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645B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645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645B"/>
                </a:solidFill>
                <a:latin typeface="Noto Sans"/>
                <a:ea typeface="Noto Sans"/>
                <a:cs typeface="Noto Sans"/>
              </a:rPr>
              <a:t>Nora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D09C8-E614-4E89-8114-42E67403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Propuestas de aplicación · El recorte final se valida en el teléfono</a:t>
            </a:r>
          </a:p>
        </p:txBody>
      </p:sp>
    </p:spTree>
    <p:extLst>
      <p:ext uri="{BB962C8B-B14F-4D97-AF65-F5344CB8AC3E}">
        <p14:creationId xmlns:p14="http://schemas.microsoft.com/office/powerpoint/2010/main" val="5727308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15EAB-700B-411A-B742-1E617D9B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Splash · Dos aplicaciones posibles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EFA9A-C999-43FF-B26F-18BB08D9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52550"/>
            <a:ext cx="2476500" cy="44767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2029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AD99C-172D-4564-9EC3-40B9435E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28750"/>
            <a:ext cx="2324100" cy="4324350"/>
          </a:xfrm>
          <a:prstGeom xmlns:a="http://schemas.openxmlformats.org/drawingml/2006/main" prst="roundRect">
            <a:avLst>
              <a:gd name="adj" fmla="val 106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22E14-5CC2-45C7-AA18-9C1E96D7AC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126c6956b417e"/>
          <a:stretch xmlns:a="http://schemas.openxmlformats.org/drawingml/2006/main"/>
        </p:blipFill>
        <p:spPr>
          <a:xfrm xmlns:a="http://schemas.openxmlformats.org/drawingml/2006/main">
            <a:off x="1466850" y="2667000"/>
            <a:ext cx="1447800" cy="1447800"/>
          </a:xfrm>
          <a:prstGeom xmlns:a="http://schemas.openxmlformats.org/drawingml/2006/main" prst="roundRect">
            <a:avLst>
              <a:gd name="adj" fmla="val 921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C6EDC-0C7E-444A-A1A1-1A38858B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053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75" b="1">
                <a:solidFill>
                  <a:srgbClr val="17645B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645B"/>
                </a:solidFill>
                <a:latin typeface="Noto Sans"/>
                <a:ea typeface="Noto Sans"/>
                <a:cs typeface="Noto Sans"/>
              </a:defRPr>
            </a:pPr>
            <a:r>
              <a:rPr sz="2475" b="1">
                <a:solidFill>
                  <a:srgbClr val="17645B"/>
                </a:solidFill>
                <a:latin typeface="Noto Sans"/>
                <a:ea typeface="Noto Sans"/>
                <a:cs typeface="Noto Sans"/>
              </a:rPr>
              <a:t>Nora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70C96-C53B-4C3C-8AF8-B4618001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Claro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56ADF-42B9-4164-BBE4-F9EB0AB3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352550"/>
            <a:ext cx="2476500" cy="44767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2029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7E94A-59B1-47C8-9C5C-14C0CE12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28750"/>
            <a:ext cx="2324100" cy="4324350"/>
          </a:xfrm>
          <a:prstGeom xmlns:a="http://schemas.openxmlformats.org/drawingml/2006/main" prst="roundRect">
            <a:avLst>
              <a:gd name="adj" fmla="val 10656"/>
            </a:avLst>
          </a:prstGeom>
          <a:solidFill xmlns:a="http://schemas.openxmlformats.org/drawingml/2006/main">
            <a:srgbClr val="17645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21DA9-CD07-4A8A-B2BF-0FFC4E8948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056660f484eaa"/>
          <a:stretch xmlns:a="http://schemas.openxmlformats.org/drawingml/2006/main"/>
        </p:blipFill>
        <p:spPr>
          <a:xfrm xmlns:a="http://schemas.openxmlformats.org/drawingml/2006/main">
            <a:off x="4667250" y="2667000"/>
            <a:ext cx="1447800" cy="1447800"/>
          </a:xfrm>
          <a:prstGeom xmlns:a="http://schemas.openxmlformats.org/drawingml/2006/main" prst="roundRect">
            <a:avLst>
              <a:gd name="adj" fmla="val 921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4F4B9-E29F-417A-B54F-63AC7909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053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4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Nora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47FE5-27E4-48DF-BF5B-5E893AA4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0388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Petróleo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C2D1A-9BF5-4381-97FA-0AE53EAA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240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645B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645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7645B"/>
                </a:solidFill>
                <a:latin typeface="Noto Sans"/>
                <a:ea typeface="Noto Sans"/>
                <a:cs typeface="Noto Sans"/>
              </a:rPr>
              <a:t>Una apertura breve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3C147-8B85-4DD6-B7AA-44EB212B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1465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Símbolo al centro.</a:t>
            </a:r>
          </a:p>
          <a:p xmlns:a="http://schemas.openxmlformats.org/drawingml/2006/main">
            <a:pPr>
              <a:defRPr sz="1875" b="0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Nombre con Noto Sans.</a:t>
            </a:r>
          </a:p>
          <a:p xmlns:a="http://schemas.openxmlformats.org/drawingml/2006/main">
            <a:pPr>
              <a:defRPr sz="1875" b="0">
                <a:solidFill>
                  <a:srgbClr val="20293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02938"/>
                </a:solidFill>
                <a:latin typeface="Noto Sans"/>
                <a:ea typeface="Noto Sans"/>
                <a:cs typeface="Noto Sans"/>
              </a:rPr>
              <a:t>Sin frases ni carga artificial.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C397C-324C-4801-A3C5-6E48B5D7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010150"/>
            <a:ext cx="390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Exploración visual: el splash nativo</a:t>
            </a:r>
          </a:p>
          <a:p xmlns:a="http://schemas.openxmlformats.org/drawingml/2006/main">
            <a:pPr>
              <a:defRPr sz="1350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se ajustará al comportamiento</a:t>
            </a:r>
          </a:p>
          <a:p xmlns:a="http://schemas.openxmlformats.org/drawingml/2006/main">
            <a:pPr>
              <a:defRPr sz="1350" b="0">
                <a:solidFill>
                  <a:srgbClr val="526071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26071"/>
                </a:solidFill>
                <a:latin typeface="Noto Sans"/>
                <a:ea typeface="Noto Sans"/>
                <a:cs typeface="Noto Sans"/>
              </a:rPr>
              <a:t>y las máscaras de Android.</a:t>
            </a:r>
          </a:p>
        </p:txBody>
      </p:sp>
    </p:spTree>
    <p:extLst>
      <p:ext uri="{BB962C8B-B14F-4D97-AF65-F5344CB8AC3E}">
        <p14:creationId xmlns:p14="http://schemas.microsoft.com/office/powerpoint/2010/main" val="1725260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2026-10-16T16:12:30.0750000Z</dcterms:created>
  <dcterms:modified xsi:type="dcterms:W3CDTF">2026-10-16T16:12:30.0750000Z</dcterms:modified>
</coreProperties>
</file>